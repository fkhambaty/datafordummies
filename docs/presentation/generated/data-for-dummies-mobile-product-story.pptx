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datafordummies/docs/presentation/generated/slide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Data For Dummies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For Dummies — Mobile Product Story</dc:title>
  <dc:subject>Data For Dummies mobile app product approval</dc:subject>
  <dc:creator>FK</dc:creator>
  <cp:lastModifiedBy>FK</cp:lastModifiedBy>
  <cp:revision>1</cp:revision>
  <dcterms:created xsi:type="dcterms:W3CDTF">2026-10-14T18:22:55Z</dcterms:created>
  <dcterms:modified xsi:type="dcterms:W3CDTF">2026-10-14T18:22:55Z</dcterms:modified>
</cp:coreProperties>
</file>